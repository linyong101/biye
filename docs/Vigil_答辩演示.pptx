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6868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686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874520" y="822960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Vigil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920240" y="1828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前端稳定性监控与智能诊断平台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920240" y="248716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一行代码接入 · 私有化部署 · AI 根因诊断 · 会话回放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920240" y="4114800"/>
            <a:ext cx="56692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42976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毕业设计答辩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汇报人：林勇        指导教师：________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6 月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研究背景与痛点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57200" y="643737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Vigil · 前端稳定性监控与智能诊断平台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37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657600" cy="4846320"/>
          </a:xfrm>
          <a:prstGeom prst="roundRect">
            <a:avLst>
              <a:gd name="adj" fmla="val 1500"/>
            </a:avLst>
          </a:prstGeom>
          <a:solidFill>
            <a:srgbClr val="13203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554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为什么要做？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应用上线后，异常往往“看不见、定位慢、说不清”。本系统把前端稳定性变成可观测、可量化、可回溯的能力。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1280160"/>
            <a:ext cx="73152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472184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4721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138988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异常靠用户投诉才发现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173736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止损滞后，业务损失扩大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0" y="2231136"/>
            <a:ext cx="73152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242316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12080" y="2340864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生产代码压缩混淆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2688336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堆栈不可读，定位耗时长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3182112"/>
            <a:ext cx="73152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3374136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3374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12080" y="329184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错误日志海量且重复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12080" y="3639312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真正的问题被淹没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89120" y="4133088"/>
            <a:ext cx="73152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4325112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0" y="4325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12080" y="4242816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页面性能好坏靠感觉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12080" y="4590288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优化无依据、无法量化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89120" y="5084064"/>
            <a:ext cx="73152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0" y="5276088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0" y="5276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12080" y="5193792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 SaaS 需数据外传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212080" y="5541264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金融/政务等行业不可用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研究目标与意义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57200" y="643737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Vigil · 前端稳定性监控与智能诊断平台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37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2743200" cy="40233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192024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920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8580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看得见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85800" y="36576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异常秒级上报，问题主动暴露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319272" y="1554480"/>
            <a:ext cx="2743200" cy="40233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93592" y="192024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3593592" y="1920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547872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定位快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547872" y="36576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 Map 还原到源码行列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81344" y="1554480"/>
            <a:ext cx="2743200" cy="40233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55664" y="192024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455664" y="1920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409944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可量化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409944" y="36576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Vitals 分位指标评估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043416" y="1554480"/>
            <a:ext cx="2743200" cy="40233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317736" y="192024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38BDF8"/>
          </a:solidFill>
          <a:ln/>
        </p:spPr>
      </p:sp>
      <p:sp>
        <p:nvSpPr>
          <p:cNvPr id="25" name="Text 23"/>
          <p:cNvSpPr/>
          <p:nvPr/>
        </p:nvSpPr>
        <p:spPr>
          <a:xfrm>
            <a:off x="9317736" y="1920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272016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能私有化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272016" y="36576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一键部署，数据不出网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目标：让前端线上问题“看得见、定位快、可量化、能私有化”。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国内外研究现状对比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57200" y="643737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Vigil · 前端稳定性监控与智能诊断平台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37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834640"/>
                <a:gridCol w="2834640"/>
                <a:gridCol w="374904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Sentry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阿里云 ARMS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Vigil（本系统）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部署方式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SaaS / 自托管(重)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 SaaS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轻量私有化·Compose 一键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Python+Django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闭源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TS+Fastify+Prisma+React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SDK 体积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20KB+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15KB+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10KB gzip·插件化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告警渠道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邮件/Slack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阿里云生态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企微/钉钉/飞书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根因诊断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商业版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大模型+规则库兜底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私有化合规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一般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否(SaaS)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数据不出内网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总体架构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57200" y="643737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Vigil · 前端稳定性监控与智能诊断平台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37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2377440"/>
            <a:ext cx="20574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377440"/>
            <a:ext cx="2057400" cy="5029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23774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 SDK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297180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错误/性能/行为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白屏采集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77440" y="2377440"/>
            <a:ext cx="411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2788920" y="2377440"/>
            <a:ext cx="20574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88920" y="2377440"/>
            <a:ext cx="2057400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2788920" y="23774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采集服务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80360" y="297180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Fastify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接收·聚合·还原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377440"/>
            <a:ext cx="411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257800" y="2377440"/>
            <a:ext cx="20574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57800" y="2377440"/>
            <a:ext cx="2057400" cy="5029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0" name="Text 18"/>
          <p:cNvSpPr/>
          <p:nvPr/>
        </p:nvSpPr>
        <p:spPr>
          <a:xfrm>
            <a:off x="5257800" y="23774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297180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Project/Issue/Event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0" y="2377440"/>
            <a:ext cx="411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7726680" y="2377440"/>
            <a:ext cx="20574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26680" y="2377440"/>
            <a:ext cx="2057400" cy="5029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5" name="Text 23"/>
          <p:cNvSpPr/>
          <p:nvPr/>
        </p:nvSpPr>
        <p:spPr>
          <a:xfrm>
            <a:off x="7726680" y="23774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分析看板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818120" y="297180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React+Vite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概览/问题/回放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784080" y="2377440"/>
            <a:ext cx="411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10195560" y="2377440"/>
            <a:ext cx="20574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195560" y="2377440"/>
            <a:ext cx="205740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10195560" y="23774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 IM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287000" y="297180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企微/钉钉/飞书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告警卡片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480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上报：批量 HTTP / sendBeacon  ·  告警引擎从采集服务异步触发，不阻塞主流程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37760" y="521208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14B8A6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5212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告警引擎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指纹聚合 → Issue · Source Map 还原 · 三类规则推送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核心功能一览（八大模块）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57200" y="643737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Vigil · 前端稳定性监控与智能诊断平台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37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26974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25880"/>
            <a:ext cx="2697480" cy="1097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002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数据采集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错误/性能/行为/白屏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19272" y="1325880"/>
            <a:ext cx="26974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9272" y="1325880"/>
            <a:ext cx="2697480" cy="1097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3502152" y="16002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上报通道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02152" y="224028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批量·Beacon·退避重试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81344" y="1325880"/>
            <a:ext cx="26974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81344" y="1325880"/>
            <a:ext cx="269748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364224" y="16002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指纹聚合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64224" y="224028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万条上报→几十 Issue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43416" y="1325880"/>
            <a:ext cx="26974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43416" y="1325880"/>
            <a:ext cx="269748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2" name="Text 20"/>
          <p:cNvSpPr/>
          <p:nvPr/>
        </p:nvSpPr>
        <p:spPr>
          <a:xfrm>
            <a:off x="9226296" y="16002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堆栈还原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26296" y="224028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 Map→源码行列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26974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657600"/>
            <a:ext cx="2697480" cy="1097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931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告警引擎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" y="45720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新异常/突增/劣化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319272" y="3657600"/>
            <a:ext cx="26974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19272" y="3657600"/>
            <a:ext cx="2697480" cy="1097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0" name="Text 28"/>
          <p:cNvSpPr/>
          <p:nvPr/>
        </p:nvSpPr>
        <p:spPr>
          <a:xfrm>
            <a:off x="3502152" y="3931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诊断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502152" y="45720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大模型+规则库兜底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181344" y="3657600"/>
            <a:ext cx="26974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81344" y="3657600"/>
            <a:ext cx="269748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6364224" y="3931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会话回放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64224" y="45720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DOM 快照逐帧还原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9043416" y="3657600"/>
            <a:ext cx="26974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043416" y="3657600"/>
            <a:ext cx="269748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8" name="Text 36"/>
          <p:cNvSpPr/>
          <p:nvPr/>
        </p:nvSpPr>
        <p:spPr>
          <a:xfrm>
            <a:off x="9226296" y="3931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用户权限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226296" y="45720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JWT·管理/成员两级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关键技术①：错误指纹聚合算法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57200" y="643737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Vigil · 前端稳定性监控与智能诊断平台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37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12064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600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算法思路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指纹 = 哈希( 错误类型 + 归一化消息 + 堆栈首帧 )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归一化：数字 / 哈希串 / 引号内容泛化（id=123 与 id=456 合并）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保证同类错误合并为一个 Issue，同时不误合并不同根因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自动统计发生次数与影响用户数（sessionId 去重）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1463040"/>
            <a:ext cx="5760720" cy="2011680"/>
          </a:xfrm>
          <a:prstGeom prst="roundRect">
            <a:avLst>
              <a:gd name="adj" fmla="val 2727"/>
            </a:avLst>
          </a:prstGeom>
          <a:solidFill>
            <a:srgbClr val="13203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7373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海量上报（万级）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17920" y="23317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相似错误 → 同一 fingerprint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27889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943600" y="3749040"/>
            <a:ext cx="57607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0" y="3749040"/>
            <a:ext cx="5760720" cy="1097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39776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聚合后问题（几十个 Issue）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0" y="45262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Issue 含：堆栈·影响面·最近事件·AI 诊断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关键技术②：上报可靠性 &amp; 白屏检测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57200" y="643737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Vigil · 前端稳定性监控与智能诊断平台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37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6002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上报可靠性三保险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49377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 + 定时双触发，减少请求数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页面卸载用 sendBeacon，保证不丢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失败指数退避重试后仍失败 → 落 localStorage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下次启动自动补报，形成闭环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16002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基于命中测试的白屏检测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0" y="2194560"/>
            <a:ext cx="49377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视口取 9 个采样点做 elementFromPoint 命中测试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比“数 DOM 节点”更准确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能识别“有 DOM 但不可见”的伪正常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结合容器节点判定，降低误报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关键技术③：堆栈还原 &amp; AI 根因诊断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57200" y="643737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Vigil · 前端稳定性监控与智能诊断平台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37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13203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6002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还原前（压缩堆栈）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 checkout (.../dist/app.cjs:27:16)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 pay (.../dist/app.cjs:12:8)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8404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 Source Map 后在线还原 / 调试接口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16002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还原后（源码位置）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0" y="210312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 checkout (../app.ts:8:15)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 pay (../cart.ts:21:3)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374904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双模式：配 Key 走大模型，给出根因+修复建议+影响面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Key / 调用失败 → 自动降级内置规则库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诊断结果缓存在 Issue，避免重复消耗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系统实现：SDK / 服务 / 看板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57200" y="643737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Vigil · 前端稳定性监控与智能诊断平台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37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657600" cy="466344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3657600" cy="640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3716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采集端 SDK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228600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TypeScript，零运行时依赖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插件化架构，按需引入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gzip &lt; 10KB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Fetch/XHR 劫持·脱敏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233672" y="1371600"/>
            <a:ext cx="3657600" cy="466344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33672" y="1371600"/>
            <a:ext cx="3657600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4233672" y="13716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53712" y="228600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Node.js + Fastify + Prisma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零依赖 / PG 生产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指纹聚合·Source Map 还原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鉴权（node:crypto）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010144" y="1371600"/>
            <a:ext cx="3657600" cy="466344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10144" y="1371600"/>
            <a:ext cx="3657600" cy="640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8" name="Text 16"/>
          <p:cNvSpPr/>
          <p:nvPr/>
        </p:nvSpPr>
        <p:spPr>
          <a:xfrm>
            <a:off x="8010144" y="13716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可视化看板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30184" y="228600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18 + Vite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 独立分包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TanStack Query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概览/问题/回放/告警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系统测试与验证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57200" y="643737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Vigil · 前端稳定性监控与智能诊断平台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37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27432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5544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SDK 单测用例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19272" y="1371600"/>
            <a:ext cx="27432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19272" y="15544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319272" y="2606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服务端集成测试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81344" y="1371600"/>
            <a:ext cx="27432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81344" y="15544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181344" y="2606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卸载场景上报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43416" y="1371600"/>
            <a:ext cx="27432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43416" y="15544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9043416" y="2606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部署校验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1124712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38404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1520" y="4297680"/>
            <a:ext cx="10607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SDK 单测：指纹聚合 / 脱敏采样 / 面包屑环形缓冲（node:test + tsx，零新增依赖）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 Map 端到端：esbuild 打包→真实运行→上传 .map→还原接口，实测定位到 app.ts:8:15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部署验证：docker compose config 校验通过，看板 vite build 产出 dist/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系统演示（5–8 分钟）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57200" y="643737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Vigil · 前端稳定性监控与智能诊断平台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37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12471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1517904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517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1371600"/>
            <a:ext cx="10058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登录看板（admin/admin123），看「概览」核心指标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212848"/>
            <a:ext cx="112471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359152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359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2212848"/>
            <a:ext cx="10058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站点触发 JS 错误 / 未捕获 Promise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054096"/>
            <a:ext cx="112471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20040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054096"/>
            <a:ext cx="10058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看板实时出现尖峰：错误计数与趋势图上升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895344"/>
            <a:ext cx="112471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4041648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041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3895344"/>
            <a:ext cx="10058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问题详情：查看还原后源码位置 + 点「AI 诊断」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736592"/>
            <a:ext cx="112471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" y="4882896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882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4736592"/>
            <a:ext cx="10058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会话回放：选含错误会话，播放出错前操作路径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5577840"/>
            <a:ext cx="112471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120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5800" y="5724144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5724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71600" y="5577840"/>
            <a:ext cx="10058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配置企微/钉钉机器人，触发后手机实时收到告警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394960" cy="4937760"/>
          </a:xfrm>
          <a:prstGeom prst="rect">
            <a:avLst/>
          </a:prstGeom>
          <a:solidFill>
            <a:srgbClr val="13203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48463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错误指纹聚合算法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上报可靠性三级保障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基于命中测试的白屏检测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双模式根因诊断（大模型+规则兜底）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零依赖鉴权（node:crypto）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17920" y="1143000"/>
            <a:ext cx="5394960" cy="4937760"/>
          </a:xfrm>
          <a:prstGeom prst="rect">
            <a:avLst/>
          </a:prstGeom>
          <a:solidFill>
            <a:srgbClr val="13203A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3716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后续工作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92240" y="1920240"/>
            <a:ext cx="48463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Vitest 单测 + E2E 冒烟测试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vigil-cli：Source Map 上传命令行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生产切换 PostgreSQL + Redis 限流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npm 发布 @vigil/web-sdk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部署全流程自动化验证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1828800"/>
            <a:ext cx="1188720" cy="1188720"/>
          </a:xfrm>
          <a:prstGeom prst="roundRect">
            <a:avLst>
              <a:gd name="adj" fmla="val 13846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18288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0" y="329184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恳请各位老师批评指正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 · Q &amp; 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49377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github.com/linyong101/biye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Vigil 毕业设计答辩</dc:title>
  <dc:subject>PptxGenJS Presentation</dc:subject>
  <dc:creator>Vigil</dc:creator>
  <cp:lastModifiedBy>Vigil</cp:lastModifiedBy>
  <cp:revision>1</cp:revision>
  <dcterms:created xsi:type="dcterms:W3CDTF">2026-09-06T06:17:06Z</dcterms:created>
  <dcterms:modified xsi:type="dcterms:W3CDTF">2026-09-06T06:17:06Z</dcterms:modified>
</cp:coreProperties>
</file>